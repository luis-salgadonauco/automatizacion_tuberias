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Implementación de Pipeline ETL para Analytics E-commerce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ejecutiva</a:t>
            </a:r>
          </a:p>
          <a:p>
            <a:r>
              <a:t>2026-01-24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implementó un pipeline ETL moderno que transforma datos crudos de e-commerce en insights accionables, reduciendo tiempos operativos y mejorando la toma de decisiones.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Reportes manuales tomaban hasta 3 días</a:t>
            </a:r>
          </a:p>
          <a:p>
            <a:pPr lvl="1"/>
            <a:r>
              <a:t>Datos inconsistentes entre sistemas</a:t>
            </a:r>
          </a:p>
          <a:p>
            <a:pPr lvl="1"/>
            <a:r>
              <a:t>Falta de visibilidad en tiempo casi real</a:t>
            </a:r>
          </a:p>
          <a:p>
            <a:pPr lvl="1"/>
            <a:r>
              <a:t>Altos costos operativos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Pipeline ETL automatizado</a:t>
            </a:r>
          </a:p>
          <a:p>
            <a:pPr lvl="1"/>
            <a:r>
              <a:t>Extracción desde múltiples fuentes</a:t>
            </a:r>
          </a:p>
          <a:p>
            <a:pPr lvl="1"/>
            <a:r>
              <a:t>Data Warehouse dimensional</a:t>
            </a:r>
          </a:p>
          <a:p>
            <a:pPr lvl="1"/>
            <a:r>
              <a:t>Dashboards self-service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Eficiencia: Reportes de 3 días a 4 horas</a:t>
            </a:r>
          </a:p>
          <a:p>
            <a:pPr lvl="1"/>
            <a:r>
              <a:t>Calidad: 99.5% de datos validados</a:t>
            </a:r>
          </a:p>
          <a:p>
            <a:pPr lvl="1"/>
            <a:r>
              <a:t>Escalabilidad: Soporta 10x crecimiento</a:t>
            </a:r>
          </a:p>
          <a:p>
            <a:pPr lvl="1"/>
            <a:r>
              <a:t>ROI: Recuperación en 8 meses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de Éxito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Volumen procesado: 500GB/día</a:t>
            </a:r>
          </a:p>
          <a:p>
            <a:pPr lvl="1"/>
            <a:r>
              <a:t>Latencia: &lt; 30 minutos</a:t>
            </a:r>
          </a:p>
          <a:p>
            <a:pPr lvl="1"/>
            <a:r>
              <a:t>Disponibilidad: 99.9%</a:t>
            </a:r>
          </a:p>
          <a:p>
            <a:pPr lvl="1"/>
            <a:r>
              <a:t>Usuarios: 150+ analistas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Mitigados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Monitoreo 24/7</a:t>
            </a:r>
          </a:p>
          <a:p>
            <a:pPr lvl="1"/>
            <a:r>
              <a:t>Backups diarios</a:t>
            </a:r>
          </a:p>
          <a:p>
            <a:pPr lvl="1"/>
            <a:r>
              <a:t>Arquitectura tolerante a fallos</a:t>
            </a:r>
          </a:p>
          <a:p>
            <a:pPr lvl="1"/>
            <a:r>
              <a:t>Testing automatizado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Fase 1: Pipeline core operativo</a:t>
            </a:r>
          </a:p>
          <a:p>
            <a:pPr lvl="1"/>
            <a:r>
              <a:t>Fase 2: ML y analytics avanzados</a:t>
            </a:r>
          </a:p>
          <a:p>
            <a:pPr lvl="1"/>
            <a:r>
              <a:t>Fase 3: Personalización en tiempo real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Expandir uso a más áreas</a:t>
            </a:r>
          </a:p>
          <a:p>
            <a:pPr lvl="1"/>
            <a:r>
              <a:t>Incorporar modelos predictivos</a:t>
            </a:r>
          </a:p>
          <a:p>
            <a:pPr lvl="1"/>
            <a:r>
              <a:t>Integrar CRM</a:t>
            </a:r>
          </a:p>
          <a:p>
            <a:pPr lvl="1"/>
            <a:r>
              <a:t>Capacitar nuevos usuarios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